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ADCFF"/>
                </a:solidFill>
              </a:defRPr>
            </a:pPr>
            <a:r>
              <a:t>BUVIJAG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Sharp Intelligence for a Data-Driven World.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AI-powered business data analysis agent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Hackathon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ADC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Businesses have CSV and spreadsheet data but often need technical skills to turn raw records into decisions.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BUVIJAG AI reduces that gap with an upload-to-insight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ADCFF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Upload data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AI-assisted understanding and quality checks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KPIs + charts + anomalies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Plain-English insights and evidence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Action plan + simulation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Executive PDF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ADCFF"/>
                </a:solidFill>
              </a:defRPr>
            </a:pPr>
            <a:r>
              <a:t>Key AI &amp; Analytics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• Automatic KPI detection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• Data Health Score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• Anomaly detection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• Evidence-backed insights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• Executive Summary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• Recommended visualizations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• What Should I Do Next?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• What-If Business Simulator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ADCFF"/>
                </a:solidFill>
              </a:defRPr>
            </a:pPr>
            <a:r>
              <a:t>Smart Inventory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• Critical / reorder alerts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• Low-stock and stock-OK views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• Current stock and reorder level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• Sales velocity / days of stock where supported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• Supplier visibility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• Inventory data-quality exceptions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ADCFF"/>
                </a:solidFill>
              </a:defRPr>
            </a:pPr>
            <a:r>
              <a:t>Premium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• Animated BUVIJAG welcome page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• Futuristic, Dark, Daylight and Professional themes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• Agent Activity for transparent workflow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• Recent-file history during the active session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• Multi-format data upload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ADC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Python + Streamlit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Google Gemini API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Pandas + NumPy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Matplotlib + Plotly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ReportLab + pypdf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OpenPyXL + xlrd + Pillow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ADCFF"/>
                </a:solidFill>
              </a:defRPr>
            </a:pPr>
            <a:r>
              <a:t>Hackathon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1. Upload synthetic business CSV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2. Show Data Health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3. Show KPIs and trends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4. Show AI insights and anomalies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5. Show inventory intelligence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6. Run What-If simulation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7. Show action plan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8. Export Executive PDF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9. Reload from Recent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ADCFF"/>
                </a:solidFill>
              </a:defRPr>
            </a:pPr>
            <a: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BUVIJAG AI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From raw business data to clear, evidence-based decisions.</a:t>
            </a: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BEBF5"/>
                </a:solidFill>
              </a:defRPr>
            </a:pPr>
            <a:r>
              <a:t>Sharp Intelligence for a Data-Driven World.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